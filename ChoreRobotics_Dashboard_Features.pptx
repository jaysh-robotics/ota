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"/>
            <a:ext cx="1417320" cy="545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0" y="228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7941D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658368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PLATFORM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7556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Device Management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985516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27889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Fleet Overview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81328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robot's status, health, and firmware at a glance — updated in real time over WebSockets.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776472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918204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37216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&amp; Attachment Registry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81328" y="40507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enterprise serials (CR-2026-00001), attachments tracked as first-class devices (AT-LM-2026-00001).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81328" y="46542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Zero-Touch Provisioning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81328" y="49834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robots register themselves and their attachments the moment they boot — no manual enrollment.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641848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783580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81328" y="55869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&amp; Device Shadow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481328" y="59161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vs. desired state per device, signal diagnostics, and offline detection within seconds.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 Robotics — Fleet Management Platform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"/>
            <a:ext cx="1417320" cy="545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0" y="228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7941D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658368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OVER-THE-AIR UPDATES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7556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Updates, Fleet-Wide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985516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27889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Versioning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81328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once, deploy anywhere — versioned packages for robots and every attachment type.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776472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918204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37216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Rollout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81328" y="40507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fleet, push the update — live progress bar and aggregate stats built for thousands of robots.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81328" y="46542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Firmware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81328" y="49834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plowers, lawn mowers, snow removers, and leaf collectors update independently of their host robot.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641848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783580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81328" y="55869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&amp; Rollback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481328" y="59161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rollouts with preconditions, auto-halt on failure spikes, and one-click rollback.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 Robotics — Fleet Management Platform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"/>
            <a:ext cx="1417320" cy="545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0" y="228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7941D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658368" y="14813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&amp; INTELLIGENCE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7556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Telemetry to Flywheel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985516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27889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81328" y="31181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motor, and thermal time-series per robot — Grafana-style fleet dashboards included.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776472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918204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37216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Operations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81328" y="40507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Reboot, self-test, return-to-dock, and diagnostics mode — commands tracked sent → acked → executed.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81328" y="46542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Faults &amp; Predictive Maintenance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81328" y="49834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fault analytics and per-robot failure-risk scoring before things break.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641848"/>
            <a:ext cx="566928" cy="566928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783580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81328" y="55869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Flywheel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481328" y="59161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telemetry feeds insights, insights feed firmware, OTA ships it — every loop makes the fleet better.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 Robotics — Fleet Management Platform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2026-07-14T13:22:18Z</dcterms:created>
  <dcterms:modified xsi:type="dcterms:W3CDTF">2026-07-14T13:22:18Z</dcterms:modified>
</cp:coreProperties>
</file>